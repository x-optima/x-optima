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8899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457200"/>
            <a:ext cx="6984999" cy="571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Виталий Кучин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003299"/>
            <a:ext cx="5079999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DD4BF"/>
                </a:solidFill>
                <a:latin typeface="Calibri"/>
              </a:rPr>
              <a:t>DevOps (практика)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1999" y="533400"/>
            <a:ext cx="1015999" cy="279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1999" y="571500"/>
            <a:ext cx="1015999" cy="20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удалённо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99599" y="533400"/>
            <a:ext cx="1396999" cy="279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9599" y="571500"/>
            <a:ext cx="1396999" cy="20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совместительство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98199" y="533400"/>
            <a:ext cx="761999" cy="279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98199" y="571500"/>
            <a:ext cx="761999" cy="20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Россия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99" y="1574800"/>
            <a:ext cx="10921999" cy="761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С июля 2025 — практика DevOps: курс Нетологии и стенды в Yandex Cloud. Ищу удалённую команду: Terraform, Ansible, CI, мониторинг на виртуальных машинах.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99" y="2463800"/>
            <a:ext cx="11429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599" y="2501900"/>
            <a:ext cx="11429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Yandex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799" y="2463800"/>
            <a:ext cx="9524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799" y="2501900"/>
            <a:ext cx="9524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Terraform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499" y="2463800"/>
            <a:ext cx="8254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499" y="2501900"/>
            <a:ext cx="8254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Ansible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9199" y="2463800"/>
            <a:ext cx="9524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9199" y="2501900"/>
            <a:ext cx="9524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GitLab 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7899" y="2463800"/>
            <a:ext cx="7619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7899" y="2501900"/>
            <a:ext cx="7619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6099" y="2463800"/>
            <a:ext cx="10159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6099" y="2501900"/>
            <a:ext cx="10159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Prometheus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18299" y="2463800"/>
            <a:ext cx="8254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299" y="2501900"/>
            <a:ext cx="8254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Grafana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9999" y="2463800"/>
            <a:ext cx="1015999" cy="254000"/>
          </a:xfrm>
          <a:prstGeom prst="roundRect">
            <a:avLst>
              <a:gd name="adj" fmla="val 20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999" y="2501900"/>
            <a:ext cx="1015999" cy="177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PostgreSQL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99" y="2971800"/>
            <a:ext cx="3555999" cy="2730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799" y="3149600"/>
            <a:ext cx="314959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ЛУЧШИЙ СТЕНД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799" y="3403600"/>
            <a:ext cx="3149599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terraform6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799" y="3835400"/>
            <a:ext cx="3149599" cy="1397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VPC, FastAPI в Docker, Managed MySQL, секреты в Lockbox, remote state.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7999" y="2971800"/>
            <a:ext cx="3555999" cy="2730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1199" y="3149600"/>
            <a:ext cx="314959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CI В ОБЛАКЕ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1199" y="3403600"/>
            <a:ext cx="3149599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GitLab / TeamCity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1199" y="3835400"/>
            <a:ext cx="3149599" cy="1397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Self-hosted CI на ВМ. Maven: test вне main, deploy в Nexus с main.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6399" y="2971800"/>
            <a:ext cx="3555999" cy="2730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9" y="3149600"/>
            <a:ext cx="3149599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НАБЛЮДАЕМОСТЬ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3403600"/>
            <a:ext cx="3149599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Prometheus + Grafana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3835400"/>
            <a:ext cx="3149599" cy="1397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Метрики, дашборды, Alertmanager. Логи: ELK и Vector + ClickHouse.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599" y="5905500"/>
            <a:ext cx="10972799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599" y="6070600"/>
            <a:ext cx="5714999" cy="25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github.com/x-optima   ·   Netology-DevOps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4999" y="6070600"/>
            <a:ext cx="5867399" cy="25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t.me/kuchinvn   ·   vkuchin-home@yandex.ru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